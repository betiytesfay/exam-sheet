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44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42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43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</p:sp>
      <p:sp>
        <p:nvSpPr>
          <p:cNvPr id="1048644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smtClean="0"/>
          </a:p>
        </p:txBody>
      </p:sp>
      <p:sp>
        <p:nvSpPr>
          <p:cNvPr id="1048645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b" anchorCtr="0" compatLnSpc="1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4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b" anchorCtr="0" compatLnSpc="1"/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 smtClean="0"/>
              <a:t>Click to edit Master title style</a:t>
            </a:r>
            <a:endParaRPr lang="en-US" dirty="0"/>
          </a:p>
        </p:txBody>
      </p:sp>
      <p:sp>
        <p:nvSpPr>
          <p:cNvPr id="1048582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 smtClean="0"/>
              <a:t>Click to edit Master subtitle style</a:t>
            </a:r>
            <a:endParaRPr lang="en-US" dirty="0"/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smtClean="0"/>
              <a:t>Click to edit Master title style</a:t>
            </a:r>
            <a:endParaRPr lang="en-US" dirty="0"/>
          </a:p>
        </p:txBody>
      </p:sp>
      <p:sp>
        <p:nvSpPr>
          <p:cNvPr id="1048598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  <a:p>
            <a:pPr lvl="1"/>
            <a:r>
              <a:rPr lang="en-US" altLang="zh-CN" smtClean="0"/>
              <a:t>Second level</a:t>
            </a:r>
            <a:endParaRPr lang="en-US" altLang="zh-CN" smtClean="0"/>
          </a:p>
          <a:p>
            <a:pPr lvl="2"/>
            <a:r>
              <a:rPr lang="en-US" altLang="zh-CN" smtClean="0"/>
              <a:t>Third level</a:t>
            </a:r>
            <a:endParaRPr lang="en-US" altLang="zh-CN" smtClean="0"/>
          </a:p>
          <a:p>
            <a:pPr lvl="3"/>
            <a:r>
              <a:rPr lang="en-US" altLang="zh-CN" smtClean="0"/>
              <a:t>Fourth level</a:t>
            </a:r>
            <a:endParaRPr lang="en-US" altLang="zh-CN" smtClean="0"/>
          </a:p>
          <a:p>
            <a:pPr lvl="4"/>
            <a:r>
              <a:rPr lang="en-US" altLang="zh-CN" smtClean="0"/>
              <a:t>Fifth level</a:t>
            </a:r>
            <a:endParaRPr lang="en-US" dirty="0"/>
          </a:p>
        </p:txBody>
      </p:sp>
      <p:sp>
        <p:nvSpPr>
          <p:cNvPr id="104859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0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0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 smtClean="0"/>
              <a:t>Click to edit Master title style</a:t>
            </a:r>
            <a:endParaRPr lang="en-US" dirty="0"/>
          </a:p>
        </p:txBody>
      </p:sp>
      <p:sp>
        <p:nvSpPr>
          <p:cNvPr id="1048614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</p:txBody>
      </p:sp>
      <p:sp>
        <p:nvSpPr>
          <p:cNvPr id="104861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1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1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smtClean="0"/>
              <a:t>Click to edit Master title style</a:t>
            </a:r>
            <a:endParaRPr lang="en-US" dirty="0"/>
          </a:p>
        </p:txBody>
      </p:sp>
      <p:sp>
        <p:nvSpPr>
          <p:cNvPr id="1048619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  <a:p>
            <a:pPr lvl="1"/>
            <a:r>
              <a:rPr lang="en-US" altLang="zh-CN" smtClean="0"/>
              <a:t>Second level</a:t>
            </a:r>
            <a:endParaRPr lang="en-US" altLang="zh-CN" smtClean="0"/>
          </a:p>
          <a:p>
            <a:pPr lvl="2"/>
            <a:r>
              <a:rPr lang="en-US" altLang="zh-CN" smtClean="0"/>
              <a:t>Third level</a:t>
            </a:r>
            <a:endParaRPr lang="en-US" altLang="zh-CN" smtClean="0"/>
          </a:p>
          <a:p>
            <a:pPr lvl="3"/>
            <a:r>
              <a:rPr lang="en-US" altLang="zh-CN" smtClean="0"/>
              <a:t>Fourth level</a:t>
            </a:r>
            <a:endParaRPr lang="en-US" altLang="zh-CN" smtClean="0"/>
          </a:p>
          <a:p>
            <a:pPr lvl="4"/>
            <a:r>
              <a:rPr lang="en-US" altLang="zh-CN" smtClean="0"/>
              <a:t>Fifth level</a:t>
            </a:r>
            <a:endParaRPr lang="en-US" dirty="0"/>
          </a:p>
        </p:txBody>
      </p:sp>
      <p:sp>
        <p:nvSpPr>
          <p:cNvPr id="1048620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  <a:p>
            <a:pPr lvl="1"/>
            <a:r>
              <a:rPr lang="en-US" altLang="zh-CN" smtClean="0"/>
              <a:t>Second level</a:t>
            </a:r>
            <a:endParaRPr lang="en-US" altLang="zh-CN" smtClean="0"/>
          </a:p>
          <a:p>
            <a:pPr lvl="2"/>
            <a:r>
              <a:rPr lang="en-US" altLang="zh-CN" smtClean="0"/>
              <a:t>Third level</a:t>
            </a:r>
            <a:endParaRPr lang="en-US" altLang="zh-CN" smtClean="0"/>
          </a:p>
          <a:p>
            <a:pPr lvl="3"/>
            <a:r>
              <a:rPr lang="en-US" altLang="zh-CN" smtClean="0"/>
              <a:t>Fourth level</a:t>
            </a:r>
            <a:endParaRPr lang="en-US" altLang="zh-CN" smtClean="0"/>
          </a:p>
          <a:p>
            <a:pPr lvl="4"/>
            <a:r>
              <a:rPr lang="en-US" altLang="zh-CN" smtClean="0"/>
              <a:t>Fifth level</a:t>
            </a:r>
            <a:endParaRPr lang="en-US" dirty="0"/>
          </a:p>
        </p:txBody>
      </p:sp>
      <p:sp>
        <p:nvSpPr>
          <p:cNvPr id="104862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2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2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4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p>
            <a:r>
              <a:rPr lang="en-US" altLang="zh-CN" smtClean="0"/>
              <a:t>Click to edit Master title style</a:t>
            </a:r>
            <a:endParaRPr lang="en-US" dirty="0"/>
          </a:p>
        </p:txBody>
      </p:sp>
      <p:sp>
        <p:nvSpPr>
          <p:cNvPr id="1048625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</p:txBody>
      </p:sp>
      <p:sp>
        <p:nvSpPr>
          <p:cNvPr id="1048626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  <a:p>
            <a:pPr lvl="1"/>
            <a:r>
              <a:rPr lang="en-US" altLang="zh-CN" smtClean="0"/>
              <a:t>Second level</a:t>
            </a:r>
            <a:endParaRPr lang="en-US" altLang="zh-CN" smtClean="0"/>
          </a:p>
          <a:p>
            <a:pPr lvl="2"/>
            <a:r>
              <a:rPr lang="en-US" altLang="zh-CN" smtClean="0"/>
              <a:t>Third level</a:t>
            </a:r>
            <a:endParaRPr lang="en-US" altLang="zh-CN" smtClean="0"/>
          </a:p>
          <a:p>
            <a:pPr lvl="3"/>
            <a:r>
              <a:rPr lang="en-US" altLang="zh-CN" smtClean="0"/>
              <a:t>Fourth level</a:t>
            </a:r>
            <a:endParaRPr lang="en-US" altLang="zh-CN" smtClean="0"/>
          </a:p>
          <a:p>
            <a:pPr lvl="4"/>
            <a:r>
              <a:rPr lang="en-US" altLang="zh-CN" smtClean="0"/>
              <a:t>Fifth level</a:t>
            </a:r>
            <a:endParaRPr lang="en-US" dirty="0"/>
          </a:p>
        </p:txBody>
      </p:sp>
      <p:sp>
        <p:nvSpPr>
          <p:cNvPr id="1048627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</p:txBody>
      </p:sp>
      <p:sp>
        <p:nvSpPr>
          <p:cNvPr id="1048628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  <a:p>
            <a:pPr lvl="1"/>
            <a:r>
              <a:rPr lang="en-US" altLang="zh-CN" smtClean="0"/>
              <a:t>Second level</a:t>
            </a:r>
            <a:endParaRPr lang="en-US" altLang="zh-CN" smtClean="0"/>
          </a:p>
          <a:p>
            <a:pPr lvl="2"/>
            <a:r>
              <a:rPr lang="en-US" altLang="zh-CN" smtClean="0"/>
              <a:t>Third level</a:t>
            </a:r>
            <a:endParaRPr lang="en-US" altLang="zh-CN" smtClean="0"/>
          </a:p>
          <a:p>
            <a:pPr lvl="3"/>
            <a:r>
              <a:rPr lang="en-US" altLang="zh-CN" smtClean="0"/>
              <a:t>Fourth level</a:t>
            </a:r>
            <a:endParaRPr lang="en-US" altLang="zh-CN" smtClean="0"/>
          </a:p>
          <a:p>
            <a:pPr lvl="4"/>
            <a:r>
              <a:rPr lang="en-US" altLang="zh-CN" smtClean="0"/>
              <a:t>Fifth level</a:t>
            </a:r>
            <a:endParaRPr lang="en-US" dirty="0"/>
          </a:p>
        </p:txBody>
      </p:sp>
      <p:sp>
        <p:nvSpPr>
          <p:cNvPr id="1048629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30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31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smtClean="0"/>
              <a:t>Click to edit Master title style</a:t>
            </a:r>
            <a:endParaRPr lang="en-US" dirty="0"/>
          </a:p>
        </p:txBody>
      </p:sp>
      <p:sp>
        <p:nvSpPr>
          <p:cNvPr id="1048589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590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591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3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3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5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 smtClean="0"/>
              <a:t>Click to edit Master title style</a:t>
            </a:r>
            <a:endParaRPr lang="en-US" dirty="0"/>
          </a:p>
        </p:txBody>
      </p:sp>
      <p:sp>
        <p:nvSpPr>
          <p:cNvPr id="1048636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  <a:p>
            <a:pPr lvl="1"/>
            <a:r>
              <a:rPr lang="en-US" altLang="zh-CN" smtClean="0"/>
              <a:t>Second level</a:t>
            </a:r>
            <a:endParaRPr lang="en-US" altLang="zh-CN" smtClean="0"/>
          </a:p>
          <a:p>
            <a:pPr lvl="2"/>
            <a:r>
              <a:rPr lang="en-US" altLang="zh-CN" smtClean="0"/>
              <a:t>Third level</a:t>
            </a:r>
            <a:endParaRPr lang="en-US" altLang="zh-CN" smtClean="0"/>
          </a:p>
          <a:p>
            <a:pPr lvl="3"/>
            <a:r>
              <a:rPr lang="en-US" altLang="zh-CN" smtClean="0"/>
              <a:t>Fourth level</a:t>
            </a:r>
            <a:endParaRPr lang="en-US" altLang="zh-CN" smtClean="0"/>
          </a:p>
          <a:p>
            <a:pPr lvl="4"/>
            <a:r>
              <a:rPr lang="en-US" altLang="zh-CN" smtClean="0"/>
              <a:t>Fifth level</a:t>
            </a:r>
            <a:endParaRPr lang="en-US" dirty="0"/>
          </a:p>
        </p:txBody>
      </p:sp>
      <p:sp>
        <p:nvSpPr>
          <p:cNvPr id="1048637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</p:txBody>
      </p:sp>
      <p:sp>
        <p:nvSpPr>
          <p:cNvPr id="104863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3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4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 smtClean="0"/>
              <a:t>Click to edit Master title style</a:t>
            </a:r>
            <a:endParaRPr lang="en-US" dirty="0"/>
          </a:p>
        </p:txBody>
      </p:sp>
      <p:sp>
        <p:nvSpPr>
          <p:cNvPr id="104860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CN" smtClean="0"/>
              <a:t>Click icon to add picture</a:t>
            </a:r>
            <a:endParaRPr lang="en-US" dirty="0"/>
          </a:p>
        </p:txBody>
      </p:sp>
      <p:sp>
        <p:nvSpPr>
          <p:cNvPr id="104860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</p:txBody>
      </p:sp>
      <p:sp>
        <p:nvSpPr>
          <p:cNvPr id="104860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0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0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smtClean="0"/>
              <a:t>Click to edit Master title style</a:t>
            </a:r>
            <a:endParaRPr lang="en-US" dirty="0"/>
          </a:p>
        </p:txBody>
      </p:sp>
      <p:sp>
        <p:nvSpPr>
          <p:cNvPr id="1048609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  <a:p>
            <a:pPr lvl="1"/>
            <a:r>
              <a:rPr lang="en-US" altLang="zh-CN" smtClean="0"/>
              <a:t>Second level</a:t>
            </a:r>
            <a:endParaRPr lang="en-US" altLang="zh-CN" smtClean="0"/>
          </a:p>
          <a:p>
            <a:pPr lvl="2"/>
            <a:r>
              <a:rPr lang="en-US" altLang="zh-CN" smtClean="0"/>
              <a:t>Third level</a:t>
            </a:r>
            <a:endParaRPr lang="en-US" altLang="zh-CN" smtClean="0"/>
          </a:p>
          <a:p>
            <a:pPr lvl="3"/>
            <a:r>
              <a:rPr lang="en-US" altLang="zh-CN" smtClean="0"/>
              <a:t>Fourth level</a:t>
            </a:r>
            <a:endParaRPr lang="en-US" altLang="zh-CN" smtClean="0"/>
          </a:p>
          <a:p>
            <a:pPr lvl="4"/>
            <a:r>
              <a:rPr lang="en-US" altLang="zh-CN" smtClean="0"/>
              <a:t>Fifth level</a:t>
            </a:r>
            <a:endParaRPr lang="en-US" dirty="0"/>
          </a:p>
        </p:txBody>
      </p:sp>
      <p:sp>
        <p:nvSpPr>
          <p:cNvPr id="10486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p>
            <a:r>
              <a:rPr lang="en-US" altLang="zh-CN" smtClean="0"/>
              <a:t>Click to edit Master title style</a:t>
            </a:r>
            <a:endParaRPr lang="en-US" dirty="0"/>
          </a:p>
        </p:txBody>
      </p:sp>
      <p:sp>
        <p:nvSpPr>
          <p:cNvPr id="104859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  <a:p>
            <a:pPr lvl="1"/>
            <a:r>
              <a:rPr lang="en-US" altLang="zh-CN" smtClean="0"/>
              <a:t>Second level</a:t>
            </a:r>
            <a:endParaRPr lang="en-US" altLang="zh-CN" smtClean="0"/>
          </a:p>
          <a:p>
            <a:pPr lvl="2"/>
            <a:r>
              <a:rPr lang="en-US" altLang="zh-CN" smtClean="0"/>
              <a:t>Third level</a:t>
            </a:r>
            <a:endParaRPr lang="en-US" altLang="zh-CN" smtClean="0"/>
          </a:p>
          <a:p>
            <a:pPr lvl="3"/>
            <a:r>
              <a:rPr lang="en-US" altLang="zh-CN" smtClean="0"/>
              <a:t>Fourth level</a:t>
            </a:r>
            <a:endParaRPr lang="en-US" altLang="zh-CN" smtClean="0"/>
          </a:p>
          <a:p>
            <a:pPr lvl="4"/>
            <a:r>
              <a:rPr lang="en-US" altLang="zh-CN" smtClean="0"/>
              <a:t>Fifth level</a:t>
            </a:r>
            <a:endParaRPr lang="en-US" dirty="0"/>
          </a:p>
        </p:txBody>
      </p:sp>
      <p:sp>
        <p:nvSpPr>
          <p:cNvPr id="104859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59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59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r>
              <a:rPr lang="en-US" altLang="zh-CN" smtClean="0"/>
              <a:t>Click to edit Master title style</a:t>
            </a:r>
            <a:endParaRPr lang="en-US" dirty="0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  <a:p>
            <a:pPr lvl="1"/>
            <a:r>
              <a:rPr lang="en-US" altLang="zh-CN" smtClean="0"/>
              <a:t>Second level</a:t>
            </a:r>
            <a:endParaRPr lang="en-US" altLang="zh-CN" smtClean="0"/>
          </a:p>
          <a:p>
            <a:pPr lvl="2"/>
            <a:r>
              <a:rPr lang="en-US" altLang="zh-CN" smtClean="0"/>
              <a:t>Third level</a:t>
            </a:r>
            <a:endParaRPr lang="en-US" altLang="zh-CN" smtClean="0"/>
          </a:p>
          <a:p>
            <a:pPr lvl="3"/>
            <a:r>
              <a:rPr lang="en-US" altLang="zh-CN" smtClean="0"/>
              <a:t>Fourth level</a:t>
            </a:r>
            <a:endParaRPr lang="en-US" altLang="zh-CN" smtClean="0"/>
          </a:p>
          <a:p>
            <a:pPr lvl="4"/>
            <a:r>
              <a:rPr lang="en-US" altLang="zh-CN" smtClean="0"/>
              <a:t>Fifth level</a:t>
            </a:r>
            <a:endParaRPr lang="en-US" dirty="0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BC1078-46ED-40F9-8930-935BAD7C2B02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B52ADC-5BFA-4FBD-BEE2-16096B7F416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Picture 2097151"/>
          <p:cNvPicPr/>
          <p:nvPr/>
        </p:nvPicPr>
        <p:blipFill>
          <a:blip r:embed="rId1"/>
          <a:stretch>
            <a:fillRect/>
          </a:stretch>
        </p:blipFill>
        <p:spPr>
          <a:xfrm>
            <a:off x="2164556" y="0"/>
            <a:ext cx="4814887" cy="6858000"/>
          </a:xfrm>
          <a:prstGeom prst="rect">
            <a:avLst/>
          </a:prstGeom>
        </p:spPr>
      </p:pic>
      <p:pic>
        <p:nvPicPr>
          <p:cNvPr id="2097158" name="Picture 2097157"/>
          <p:cNvPicPr/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3" name="Picture 2097152"/>
          <p:cNvPicPr/>
          <p:nvPr/>
        </p:nvPicPr>
        <p:blipFill>
          <a:blip r:embed="rId1"/>
          <a:stretch>
            <a:fillRect/>
          </a:stretch>
        </p:blipFill>
        <p:spPr>
          <a:xfrm>
            <a:off x="2396111" y="0"/>
            <a:ext cx="435177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4" name="Picture 2097153"/>
          <p:cNvPicPr/>
          <p:nvPr/>
        </p:nvPicPr>
        <p:blipFill>
          <a:blip r:embed="rId1"/>
          <a:stretch>
            <a:fillRect/>
          </a:stretch>
        </p:blipFill>
        <p:spPr>
          <a:xfrm>
            <a:off x="2095702" y="0"/>
            <a:ext cx="495259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5" name="Picture 2097154"/>
          <p:cNvPicPr/>
          <p:nvPr/>
        </p:nvPicPr>
        <p:blipFill>
          <a:blip r:embed="rId1"/>
          <a:stretch>
            <a:fillRect/>
          </a:stretch>
        </p:blipFill>
        <p:spPr>
          <a:xfrm>
            <a:off x="2263167" y="0"/>
            <a:ext cx="461766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6" name="Picture 2097155"/>
          <p:cNvPicPr/>
          <p:nvPr/>
        </p:nvPicPr>
        <p:blipFill>
          <a:blip r:embed="rId1"/>
          <a:stretch>
            <a:fillRect/>
          </a:stretch>
        </p:blipFill>
        <p:spPr>
          <a:xfrm>
            <a:off x="2480845" y="0"/>
            <a:ext cx="418230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7" name="Picture 2097156"/>
          <p:cNvPicPr/>
          <p:nvPr/>
        </p:nvPicPr>
        <p:blipFill>
          <a:blip r:embed="rId1"/>
          <a:stretch>
            <a:fillRect/>
          </a:stretch>
        </p:blipFill>
        <p:spPr>
          <a:xfrm>
            <a:off x="2107406" y="0"/>
            <a:ext cx="4929187" cy="68579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/>
  <Paragraphs>0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Arial</vt:lpstr>
      <vt:lpstr>SimSun</vt:lpstr>
      <vt:lpstr>Wingdings</vt:lpstr>
      <vt:lpstr>Microsoft YaHei</vt:lpstr>
      <vt:lpstr>Arial Unicode MS</vt:lpstr>
      <vt:lpstr>Calibri Light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TECNO KB7j</dc:creator>
  <cp:lastModifiedBy>WPS_1717359397</cp:lastModifiedBy>
  <cp:revision>1</cp:revision>
  <dcterms:created xsi:type="dcterms:W3CDTF">2026-01-30T22:13:33Z</dcterms:created>
  <dcterms:modified xsi:type="dcterms:W3CDTF">2026-01-30T22:13:34Z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C8B4021EBABA44F79CBC201F6889088A_13</vt:lpwstr>
  </property>
  <property fmtid="{D5CDD505-2E9C-101B-9397-08002B2CF9AE}" pid="3" name="KSOProductBuildVer">
    <vt:lpwstr>1033-12.2.0.23196</vt:lpwstr>
  </property>
</Properties>
</file>